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수목 유지관리 조사 · 보고서 작성 매뉴얼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QR 기반 수목조사를 실시하고</a:t>
            </a:r>
          </a:p>
          <a:p>
            <a:r>
              <a:t>사진·데이터가 자동 반영된 유지관리 보고서를 작성합니다.</a:t>
            </a:r>
          </a:p>
          <a:p/>
          <a:p>
            <a:r>
              <a:t>대상: 현장 조사 및 사무 담당 직원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① 현장 조사 (모바일)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수목 표찰의 QR 코드 스캔</a:t>
            </a:r>
          </a:p>
          <a:p>
            <a:r>
              <a:t>2. 공원명·수목코드 자동 입력 확인</a:t>
            </a:r>
          </a:p>
          <a:p>
            <a:r>
              <a:t>3. 생육상태·수세·피해유무 선택</a:t>
            </a:r>
          </a:p>
          <a:p>
            <a:r>
              <a:t>4. 현장 의견 메모 작성</a:t>
            </a:r>
          </a:p>
          <a:p>
            <a:r>
              <a:t>5. 사진 4장 업로드 후 제출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② 사진 촬영 기준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사진은 총 4장 업로드합니다.</a:t>
            </a:r>
          </a:p>
          <a:p/>
          <a:p>
            <a:r>
              <a:t>1) 전경</a:t>
            </a:r>
          </a:p>
          <a:p>
            <a:r>
              <a:t>2) 수간</a:t>
            </a:r>
          </a:p>
          <a:p>
            <a:r>
              <a:t>3) 근원부</a:t>
            </a:r>
          </a:p>
          <a:p>
            <a:r>
              <a:t>4) 피해부 (없으면 근접 사진)</a:t>
            </a:r>
          </a:p>
          <a:p/>
          <a:p>
            <a:r>
              <a:t>대상이 명확히 보이도록 흔들림 없이 촬영합니다.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③ 사무실 작업 (엑셀)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공원별 유지관리 보고서 엑셀 파일 열기</a:t>
            </a:r>
          </a:p>
          <a:p>
            <a:r>
              <a:t>2. [데이터 → 모두 새로 고침]</a:t>
            </a:r>
          </a:p>
          <a:p>
            <a:r>
              <a:t>3. 조사 데이터 및 사진 자동 반영 확인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④ 시트별 작성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시트1: 표지 – 공원명·조사기간·조사자 입력</a:t>
            </a:r>
          </a:p>
          <a:p/>
          <a:p>
            <a:r>
              <a:t>시트2: 유지관리 종합 요약</a:t>
            </a:r>
          </a:p>
          <a:p>
            <a:r>
              <a:t>- 전반적인 생육 상태</a:t>
            </a:r>
          </a:p>
          <a:p>
            <a:r>
              <a:t>- 주요 문제점</a:t>
            </a:r>
          </a:p>
          <a:p>
            <a:r>
              <a:t>- 유지관리 필요 사항</a:t>
            </a:r>
          </a:p>
          <a:p/>
          <a:p>
            <a:r>
              <a:t>시트3: 자동 데이터 (수정 금지)</a:t>
            </a:r>
          </a:p>
          <a:p>
            <a:r>
              <a:t>시트4: 사진 자동 표시 + 캡션 수정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⑤ 인쇄 및 제출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용지: A4 / 세로 / 배율 100%</a:t>
            </a:r>
          </a:p>
          <a:p/>
          <a:p>
            <a:r>
              <a:t>출력 순서 권장:</a:t>
            </a:r>
          </a:p>
          <a:p>
            <a:r>
              <a:t>1. 시트1 (표지)</a:t>
            </a:r>
          </a:p>
          <a:p>
            <a:r>
              <a:t>2. 시트2 (종합 요약)</a:t>
            </a:r>
          </a:p>
          <a:p>
            <a:r>
              <a:t>3. 시트4 (사진 증빙)</a:t>
            </a:r>
          </a:p>
          <a:p/>
          <a:p>
            <a:r>
              <a:t>수목 1주 = 1페이지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⚠️ 주의사항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새로고침 없이 작성 시작하지 말 것</a:t>
            </a:r>
          </a:p>
          <a:p>
            <a:r>
              <a:t>- 시트3 데이터 수정 금지</a:t>
            </a:r>
          </a:p>
          <a:p>
            <a:r>
              <a:t>- 사진 재삽입 금지</a:t>
            </a:r>
          </a:p>
          <a:p>
            <a:r>
              <a:t>- 체크리스트식 요약 작성 금지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QR 조사 → 엑셀 열기 → 새로고침 →</a:t>
            </a:r>
          </a:p>
          <a:p>
            <a:r>
              <a:t>시트2 작성 → 시트4 캡션 정리 → 인쇄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